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FA"/>
    <a:srgbClr val="3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-635" y="635"/>
            <a:ext cx="1219327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7" name="Picture 6" descr="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430" y="473710"/>
            <a:ext cx="11661775" cy="5805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-635" y="-635"/>
            <a:ext cx="1219263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305435" y="469900"/>
            <a:ext cx="11550015" cy="5735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28295" y="814705"/>
            <a:ext cx="11503025" cy="5391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</a:rPr>
              <a:t>Project Goals</a:t>
            </a:r>
            <a:endParaRPr lang="en-US" altLang="en-US" sz="3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pPr algn="l"/>
            <a:endParaRPr lang="en-US" altLang="en-US" sz="3000" b="1">
              <a:latin typeface="Segoe UI" panose="020B0502040204020203" charset="0"/>
              <a:cs typeface="Segoe UI" panose="020B0502040204020203" charset="0"/>
            </a:endParaRPr>
          </a:p>
          <a:p>
            <a:pPr algn="l"/>
            <a:endParaRPr lang="en-US" altLang="en-US" sz="3000" b="1">
              <a:latin typeface="Segoe UI" panose="020B0502040204020203" charset="0"/>
              <a:cs typeface="Segoe UI" panose="020B0502040204020203" charset="0"/>
            </a:endParaRPr>
          </a:p>
          <a:p>
            <a:pPr marL="457200" lvl="1" indent="457200" algn="l"/>
            <a:r>
              <a:rPr lang="en-US" altLang="en-US" sz="3000" b="1">
                <a:latin typeface="Segoe UI" panose="020B0502040204020203" charset="0"/>
                <a:cs typeface="Segoe UI" panose="020B0502040204020203" charset="0"/>
              </a:rPr>
              <a:t> ✅	</a:t>
            </a:r>
            <a:r>
              <a:rPr lang="en-US" altLang="en-US" sz="3000">
                <a:latin typeface="Segoe UI" panose="020B0502040204020203" charset="0"/>
                <a:cs typeface="Segoe UI" panose="020B0502040204020203" charset="0"/>
              </a:rPr>
              <a:t>Track financial KPIs with interactivity</a:t>
            </a:r>
            <a:endParaRPr lang="en-US" altLang="en-US" sz="3000" b="1">
              <a:latin typeface="Segoe UI" panose="020B0502040204020203" charset="0"/>
              <a:cs typeface="Segoe UI" panose="020B0502040204020203" charset="0"/>
            </a:endParaRPr>
          </a:p>
          <a:p>
            <a:pPr algn="l"/>
            <a:endParaRPr lang="en-US" altLang="en-US" sz="3000" b="1">
              <a:latin typeface="Segoe UI" panose="020B0502040204020203" charset="0"/>
              <a:cs typeface="Segoe UI" panose="020B0502040204020203" charset="0"/>
            </a:endParaRPr>
          </a:p>
          <a:p>
            <a:pPr algn="l"/>
            <a:r>
              <a:rPr lang="en-US" altLang="en-US" sz="3000" b="1">
                <a:latin typeface="Segoe UI" panose="020B0502040204020203" charset="0"/>
                <a:cs typeface="Segoe UI" panose="020B0502040204020203" charset="0"/>
              </a:rPr>
              <a:t>         ✅     </a:t>
            </a:r>
            <a:r>
              <a:rPr lang="en-US" altLang="en-US" sz="3000">
                <a:latin typeface="Segoe UI" panose="020B0502040204020203" charset="0"/>
                <a:cs typeface="Segoe UI" panose="020B0502040204020203" charset="0"/>
              </a:rPr>
              <a:t>Drill-down analysis by country and product</a:t>
            </a:r>
            <a:endParaRPr lang="en-US" altLang="en-US" sz="3000">
              <a:latin typeface="Segoe UI" panose="020B0502040204020203" charset="0"/>
              <a:cs typeface="Segoe UI" panose="020B0502040204020203" charset="0"/>
            </a:endParaRPr>
          </a:p>
          <a:p>
            <a:pPr marL="457200" lvl="1" indent="457200" algn="l"/>
            <a:endParaRPr lang="en-US" altLang="en-US" sz="3000">
              <a:latin typeface="Segoe UI" panose="020B0502040204020203" charset="0"/>
              <a:cs typeface="Segoe UI" panose="020B0502040204020203" charset="0"/>
            </a:endParaRPr>
          </a:p>
          <a:p>
            <a:pPr marL="457200" lvl="1" indent="457200" algn="l"/>
            <a:r>
              <a:rPr lang="en-US" altLang="en-US" sz="3000" b="1">
                <a:latin typeface="Segoe UI" panose="020B0502040204020203" charset="0"/>
                <a:cs typeface="Segoe UI" panose="020B0502040204020203" charset="0"/>
              </a:rPr>
              <a:t>✅	</a:t>
            </a:r>
            <a:r>
              <a:rPr lang="en-US" altLang="en-US" sz="3000">
                <a:latin typeface="Segoe UI" panose="020B0502040204020203" charset="0"/>
                <a:cs typeface="Segoe UI" panose="020B0502040204020203" charset="0"/>
              </a:rPr>
              <a:t>Monitor discount impact on margins</a:t>
            </a:r>
            <a:endParaRPr lang="en-US" altLang="en-US" sz="3000" b="1">
              <a:latin typeface="Segoe UI" panose="020B0502040204020203" charset="0"/>
              <a:cs typeface="Segoe UI" panose="020B0502040204020203" charset="0"/>
            </a:endParaRPr>
          </a:p>
          <a:p>
            <a:pPr algn="l"/>
            <a:endParaRPr lang="en-US" altLang="en-US" sz="3000" b="1">
              <a:latin typeface="Segoe UI" panose="020B0502040204020203" charset="0"/>
              <a:cs typeface="Segoe UI" panose="020B0502040204020203" charset="0"/>
            </a:endParaRPr>
          </a:p>
          <a:p>
            <a:pPr marL="457200" lvl="1" indent="457200" algn="l"/>
            <a:r>
              <a:rPr lang="en-US" altLang="en-US" sz="3000" b="1">
                <a:latin typeface="Segoe UI" panose="020B0502040204020203" charset="0"/>
                <a:cs typeface="Segoe UI" panose="020B0502040204020203" charset="0"/>
              </a:rPr>
              <a:t>✅	</a:t>
            </a:r>
            <a:r>
              <a:rPr lang="en-US" altLang="en-US" sz="3000">
                <a:latin typeface="Segoe UI" panose="020B0502040204020203" charset="0"/>
                <a:cs typeface="Segoe UI" panose="020B0502040204020203" charset="0"/>
              </a:rPr>
              <a:t>Support better strategic decisions</a:t>
            </a:r>
            <a:endParaRPr lang="en-US" altLang="en-US" sz="3000"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-635" y="0"/>
            <a:ext cx="1219327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367030" y="556260"/>
            <a:ext cx="11489055" cy="5843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" name="Picture 7" descr="data_modell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750" y="1794510"/>
            <a:ext cx="4900295" cy="277368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500380" y="3429000"/>
            <a:ext cx="6831965" cy="2722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r>
              <a:rPr lang="en-US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Data Model</a:t>
            </a:r>
            <a:endParaRPr lang="en-US" altLang="en-US" b="1"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</a:rPr>
              <a:t>A one-to-many relationship (1:*) from DateTable to Financials, connected on the Date column.</a:t>
            </a:r>
            <a:endParaRPr lang="en-US" altLang="en-US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</a:rPr>
              <a:t>This means each date in the DateTable can map to many rows in the Financials table.</a:t>
            </a:r>
            <a:endParaRPr lang="en-US" altLang="en-US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endParaRPr lang="en-US" altLang="en-US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</a:rPr>
              <a:t>This model allows for accurate time-based analysis, such as grouping financial data by month or year, using the richer DateTable.</a:t>
            </a:r>
            <a:endParaRPr lang="en-US" altLang="en-US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7030" y="744855"/>
            <a:ext cx="1148905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800" b="1">
                <a:latin typeface="Segoe UI" panose="020B0502040204020203" charset="0"/>
                <a:cs typeface="Segoe UI" panose="020B0502040204020203" charset="0"/>
              </a:rPr>
              <a:t>Data Integration &amp; Modeling</a:t>
            </a:r>
            <a:endParaRPr lang="en-US" altLang="en-US" sz="3800" b="1"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00380" y="1525905"/>
            <a:ext cx="4102100" cy="174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</a:rPr>
              <a:t>Date Integration</a:t>
            </a:r>
            <a:endParaRPr 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</a:rPr>
              <a:t>This image shows a data model from a Power BI environment, with two tables: Financials and DateTable (Created Using DAX), connected via a relationship.</a:t>
            </a:r>
            <a:endParaRPr lang="en-US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-635" y="0"/>
            <a:ext cx="12192635" cy="68586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536575" y="345440"/>
            <a:ext cx="11456035" cy="6102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36575" y="517525"/>
            <a:ext cx="1119060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3800" b="1">
                <a:latin typeface="Segoe UI" panose="020B0502040204020203" charset="0"/>
                <a:cs typeface="Segoe UI" panose="020B0502040204020203" charset="0"/>
              </a:rPr>
              <a:t>DAX Measures &amp; Calculations</a:t>
            </a:r>
            <a:endParaRPr lang="en-US" altLang="en-US" sz="3800" b="1">
              <a:latin typeface="Segoe UI" panose="020B0502040204020203" charset="0"/>
              <a:cs typeface="Segoe UI" panose="020B0502040204020203" charset="0"/>
            </a:endParaRPr>
          </a:p>
        </p:txBody>
      </p:sp>
      <p:pic>
        <p:nvPicPr>
          <p:cNvPr id="9" name="Picture 8" descr="DAX Meas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850" y="2269490"/>
            <a:ext cx="2295525" cy="379095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831850" y="1887220"/>
            <a:ext cx="2562225" cy="35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All Measures Created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lt"/>
            </a:endParaRPr>
          </a:p>
        </p:txBody>
      </p:sp>
      <p:pic>
        <p:nvPicPr>
          <p:cNvPr id="11" name="Picture 10" descr="top_count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045" y="1614170"/>
            <a:ext cx="3505200" cy="213360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3789045" y="3747770"/>
            <a:ext cx="3411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Country by Sales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Picture 12" descr="Date 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045" y="4116070"/>
            <a:ext cx="5476875" cy="178117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3789045" y="5897245"/>
            <a:ext cx="336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Date Table Using DAX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lt"/>
            </a:endParaRPr>
          </a:p>
        </p:txBody>
      </p:sp>
      <p:pic>
        <p:nvPicPr>
          <p:cNvPr id="15" name="Picture 14" descr="profit_marg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580" y="1926590"/>
            <a:ext cx="4090670" cy="48450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7689215" y="1581785"/>
            <a:ext cx="3427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Profit Margin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Picture 16" descr="total_sal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9215" y="2779395"/>
            <a:ext cx="4090035" cy="423545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7689215" y="3193415"/>
            <a:ext cx="2331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Sales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0" y="0"/>
            <a:ext cx="12192000" cy="68573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372110" y="671830"/>
            <a:ext cx="11442700" cy="5633085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32155" y="2009775"/>
            <a:ext cx="107899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</a:rPr>
              <a:t>Interactive Dashboards </a:t>
            </a:r>
            <a:endParaRPr lang="en-US" alt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pPr algn="ctr"/>
            <a:r>
              <a:rPr lang="en-US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</a:rPr>
              <a:t>&amp; </a:t>
            </a:r>
            <a:endParaRPr lang="en-US" alt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pPr algn="ctr"/>
            <a:r>
              <a:rPr lang="en-US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</a:rPr>
              <a:t>Visualizations</a:t>
            </a:r>
            <a:endParaRPr lang="en-US" alt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581660"/>
            <a:ext cx="10800000" cy="56952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453390"/>
            <a:ext cx="10800000" cy="59510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C:\Users\anime\OneDrive\Desktop\data analysis\Financial_Dashboard\3.PNG3"/>
          <p:cNvPicPr>
            <a:picLocks noChangeAspect="1"/>
          </p:cNvPicPr>
          <p:nvPr/>
        </p:nvPicPr>
        <p:blipFill>
          <a:blip r:embed="rId1"/>
          <a:srcRect t="191" b="191"/>
          <a:stretch>
            <a:fillRect/>
          </a:stretch>
        </p:blipFill>
        <p:spPr>
          <a:xfrm>
            <a:off x="695960" y="386080"/>
            <a:ext cx="10800000" cy="60865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0" y="0"/>
            <a:ext cx="12205970" cy="6857365"/>
          </a:xfrm>
          <a:prstGeom prst="rect">
            <a:avLst/>
          </a:prstGeom>
          <a:solidFill>
            <a:srgbClr val="F8F9F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431800" y="617855"/>
            <a:ext cx="11195050" cy="5436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995045" y="2212340"/>
            <a:ext cx="10185400" cy="3799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60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Project 2 </a:t>
            </a:r>
            <a:endParaRPr lang="en-US" altLang="en-US" sz="6000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pPr algn="ctr"/>
            <a:r>
              <a:rPr lang="en-US" altLang="en-US" sz="60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Supply Chain Management</a:t>
            </a:r>
            <a:endParaRPr lang="en-US" sz="6000" i="1"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</Words>
  <Application>WPS Slides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Segoe UI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anime</dc:creator>
  <cp:lastModifiedBy>Relevance</cp:lastModifiedBy>
  <cp:revision>3</cp:revision>
  <dcterms:created xsi:type="dcterms:W3CDTF">2025-05-01T06:36:00Z</dcterms:created>
  <dcterms:modified xsi:type="dcterms:W3CDTF">2025-05-01T17:47:23Z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F86CC137699E433E97674C7E9F56ACC8_11</vt:lpwstr>
  </property>
  <property fmtid="{D5CDD505-2E9C-101B-9397-08002B2CF9AE}" pid="3" name="KSOProductBuildVer">
    <vt:lpwstr>1033-12.2.0.20795</vt:lpwstr>
  </property>
</Properties>
</file>